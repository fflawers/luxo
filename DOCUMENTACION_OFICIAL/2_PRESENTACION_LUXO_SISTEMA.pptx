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FFF"/>
                </a:solidFill>
              </a:defRPr>
            </a:pPr>
            <a:r>
              <a:t>LUXO AI SYSTEM v7.7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Plataforma Integral de Inteligencia Operativa, Auditoría Contable y Capacitación</a:t>
            </a:r>
          </a:p>
          <a:p>
            <a:pPr>
              <a:spcBef>
                <a:spcPts val="1500"/>
              </a:spcBef>
              <a:defRPr sz="1400">
                <a:solidFill>
                  <a:srgbClr val="9D50BB"/>
                </a:solidFill>
              </a:defRPr>
            </a:pPr>
            <a:r>
              <a:t>Guía Visual Completa de Módulos, Pestañas, Tecnologías y Lógica del Sistema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 1: COMUNICACIÓN Y SOPORTE INTELIGENTE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🤖 Asistente Virtual y Chat General con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¿Cómo funciona el Chat General?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Motor LLM Llama-3.3-70B vía Groq API con alta velocidad de inferencia.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Búsqueda RAG en manuales oficiales en PDF (Garantías, POS, Políticas).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Comandos de voz manos libres con activación 'Oye LUXO' y 'Hola LUXO'.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Síntesis de voz dual: Microsoft Edge-TTS y Windows SAPI local.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Dictado interactivo por micrófono en pantalla y transcripción directa.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Fallback local automático para operar sin interrupción ante caídas de 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DEL ASISTENTE VIRTUAL / CHAT GENERAL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 24: PESTAÑA 1 - CORTES Y DOCUMENTOS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📊 DiSA: Auditoría Digital de Cortes Diarios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Funcionalidades de Carga y Visor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Carga organizada de 14 secciones documentales obligatorias.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Persistencia y autoguardado inmediato en disco: las fotos nunca se borran.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Motor óptico OpenCV: recorte geométrico 4-puntos preservando sensor nativo.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Visor panorámico HD con zoom y paneo para verificación de tickets.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Botón 'Enviar Documentos de Corte' con validación de al menos una foto.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Opción de marcar día 'Fuera de Operación' para tiendas cerradas o festivos.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 PESTAÑA CORTES Y DOCUMENTOS (DiSA)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 24: CONTROL DE CUMPLIMIENTO DIARIO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🚦 Calendario Inteligente con Semáforo Operativo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Interpretación del Semáforo DiSA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🟢 VERDE (#00C853): Corte enviado exitosamente o respaldado con Notas Manuales.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🟡 AMARILLO (#F59E0B): Corte con observaciones o faltantes pendientes.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🔴 ROJO (#D32F2F): Día pasado vencido sin corte enviado.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🔵 AZUL CIAN (#00FFFF): Día actual / Fecha seleccionada.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⚪ GRIS OSCURO (#141424): Días futuros aún no laborados.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Navegación mes a mes 100% en español con botón de acceso rápido 'Ir a Hoy'.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DEL MODAL CALENDARIO CON SEMÁFORO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 24: PESTAÑA 2 - COMUNICACIÓN CONTABILIDAD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💬 Observaciones y Aclaraciones de Auditoría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Gestión de Incidencias y Respuestas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Bandeja centralizada de tarjetas de incidencias organizadas por fecha.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Detalle claro de faltantes detectados por Contabilidad (ej. Ficha Panamericano).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Campo interactivo de texto para que la tienda redacte su justificación.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Botón de guardado inmediato que actualiza disa_status.json en tiempo real.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Regla de Tickets: Recordatorio de firma de cliente y sello de tienda.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Regla de Notas Manuales: Validación directa de cortes en contingencia sin 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 PESTAÑA OBSERVACIONES Y AUDITORÍA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MÓDULOS 3 Y 4: APERTURA, CIERRE Y VENTA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✅ Checklists Operativos y Operación Diaria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Control de Rutinas en Sucursal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Checklist de Apertura 🌅: Verificación de alarma, caja, limpieza e iluminación.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Checklist de Cierre 🌌: Arqueo, corte de terminales, resguardo y candados.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Checklist de Venta 💰: Protocolos de atención, exhibición y orden.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Barra de progreso porcentual dinámica con confirmación visual.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Monitoreo de estatus de aperturas en vivo mediante estrella indicadora.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Filtros administrativos por Zona (Centro, Norte, Occidente, Sur) y Región.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 CHECKLISTS Y OPERACIÓN DIARIA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MÓDULOS 25 Y 26: GESTIÓN DE METAS Y VENTAS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🎯 Enfoque Diario y Enfoque Semanal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Plan de Acción Comercial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Planificación de cuota de venta diaria distribuida por horas pico.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Cálculo automático de Ticket Promedio (ATV) y Piezas por Ticket (UPT).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Asignación de objetivos por asesor comercial.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Persistencia de hojas de trabajo en archivos de estado JSON independientes.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Exportación de reportes a PDF imprimible y libros de Excel.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Seguimiento acumulado de la semana contra el presupuesto oficial.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 ENFOQUE DIARIO Y SEMANAL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 15: ENTRENAMIENTO Y ROLEPLAY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🎭 Simulador de Ventas e Interacción por Voz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Capacitación Interactiva con IA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Roleplay en tiempo real simulando diversos perfiles de clientes difíciles.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Práctica mediante texto o conversación continua por micrófono.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Evaluación de habilidades: manejo de objeciones, sondeo y cierre de venta.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Retroalimentación inmediata con puntuación y consejos de mejora.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Historial de avance formativo por colaborador de tienda.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Preparado para integración con Gemini Multimodal Live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DEL SIMULADOR DE VENTAS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MÓDULOS 14 Y 16: FIDELIZACIÓN Y TRASPASOS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📱 CRM Clientes, WhatsApp y Logística FedEx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Herramientas de Servicio y Logística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CRM de clientes con registro de compras, armazones y fechas de garantía.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Notificaciones automáticas al Mes 11 para invitación a servicio y ajuste.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Generación de enlaces directos a WhatsApp con mensajes personalizados.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Módulo FedEx: Generación rápida de guías de envío y traspasos entre tiendas.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Rastreo de envíos y control de incidencias en paquetería.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Métricas de retorno de inversión (ROI) por recompra de clientes.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 CRM, WHATSAPP Y FEDEX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MÓDULOS 6, 20, 21 Y 22: INVENTARIOS Y ÓPTICA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🕶️ Catálogo UPC, Polarizados, Cíclicos y Descuentos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Operación de Piso y Producto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Catálogo UPC: Buscador instantáneo de modelos, códigos y compatibilidades.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Módulo Polarizados: Fichas técnicas de tecnologías Chromance y Prizm.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Inventarios Cíclicos: Registro de conteos diarios para prevención de mermas.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Matriz de Descuentos: Calculadora automática de promociones vigentes.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Validación de autenticidad óptica y características de protección UV.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Exportación de resultados a formatos compatibles con sistemas corporativos.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 CATÁLOGOS, CÍCLICOS Y POLARIZADOS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 10 Y PLAN TECNOLÓGICO FUTURO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📸 Campañas POP y Visión Multimodal con Gemini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Auditoría Visual Automatizada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Módulo Campañas: Carga de fotos de vitrinas, stoppers y material POP.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Gemini 1.5 Vision en DiSA: OCR cruzado automático entre corte Z y depósitos.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Gemini 1.5 Vision en Campañas: Auditoría de planogramas y marcas en vitrina.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Validación automática de firmas y sellos en tickets sin intervención humana.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Optimización RAG: Chunking semántico para evitar mezclas de información.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Sincronización en tiempo real vía WebSockets para toda la red de sucursales.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 CAMPAÑAS POP Y MATERIAL VISUAL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FF"/>
                </a:solidFill>
              </a:defRPr>
            </a:pPr>
            <a:r>
              <a:t>MÓDULOS 28 Y 30: CONTROL ADMINISTRATIVO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🏢 Dashboard Gerencial BI y Bitácora de Auditoría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61B2E"/>
          </a:solidFill>
          <a:ln w="15240">
            <a:solidFill>
              <a:srgbClr val="9D5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88"/>
                </a:solidFill>
              </a:defRPr>
            </a:pPr>
            <a:r>
              <a:t>Métricas Ejecutivas y Seguridad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Dashboard BI con visión consolidada por Zonas (Centro, Norte, Occidente, Sur).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Filtros dinámicos por Región y Sucursal específica.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Gráficos de barras y porcentajes de cumplimiento de metas y aperturas.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Bitácora inmutable: registro de accesos, modificaciones y eventos de seguridad.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Gestión de perfiles de usuario, roles y permisos de acceso.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Panel de administración de trivias y preguntas diarias para colaboradores.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394960" cy="4754880"/>
          </a:xfrm>
          <a:prstGeom prst="roundRect">
            <a:avLst/>
          </a:prstGeom>
          <a:solidFill>
            <a:srgbClr val="161B2E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📷 CAPTURA DEL DASHBOARD GERENCIAL Y BITÁCORA</a:t>
            </a:r>
          </a:p>
          <a:p>
            <a:pPr algn="ctr">
              <a:defRPr sz="1000">
                <a:solidFill>
                  <a:srgbClr val="9CA3AF"/>
                </a:solidFill>
              </a:defRPr>
            </a:pPr>
            <a:r>
              <a:t>(Haz clic derecho &gt; Pegar imagen o arrastra tu captura aquí)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